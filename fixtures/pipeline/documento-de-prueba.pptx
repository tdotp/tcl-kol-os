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Diapositiva de prueba uno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Primer fragmento sintético para packages/db/src/pipeline.test.ts. Nunca depende de una ruta personal.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Diapositiva de prueba 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Segundo fragmento sintético, con texto distinto al de la diapositiva uno.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Diapositiva de prueba tres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Tercer fragmento sintético. Confirma que el localizador de diapositiva se conserva por cada una.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